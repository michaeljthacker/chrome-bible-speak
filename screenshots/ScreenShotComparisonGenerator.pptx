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76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60"/>
  </p:normalViewPr>
  <p:slideViewPr>
    <p:cSldViewPr snapToGrid="0">
      <p:cViewPr>
        <p:scale>
          <a:sx n="66" d="100"/>
          <a:sy n="66" d="100"/>
        </p:scale>
        <p:origin x="44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B8754-3428-438F-990E-E0202B759AF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B943C-41FE-40D8-B3FC-813465F86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14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943C-41FE-40D8-B3FC-813465F86C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1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47070"/>
            <a:ext cx="9144000" cy="26528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02264"/>
            <a:ext cx="9144000" cy="183973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45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99709"/>
            <a:ext cx="10515600" cy="31697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099404"/>
            <a:ext cx="10515600" cy="16668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7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28472"/>
            <a:ext cx="5181600" cy="4834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28472"/>
            <a:ext cx="5181600" cy="4834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2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5695"/>
            <a:ext cx="10515600" cy="1472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67959"/>
            <a:ext cx="5157787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783417"/>
            <a:ext cx="5157787" cy="4093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67959"/>
            <a:ext cx="5183188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83417"/>
            <a:ext cx="5183188" cy="4093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6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93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3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000"/>
            <a:ext cx="3932237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7139"/>
            <a:ext cx="6172200" cy="5415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6000"/>
            <a:ext cx="3932237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1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000"/>
            <a:ext cx="3932237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97139"/>
            <a:ext cx="6172200" cy="541513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6000"/>
            <a:ext cx="3932237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7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05694"/>
            <a:ext cx="2628900" cy="6457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05694"/>
            <a:ext cx="7734300" cy="6457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4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05695"/>
            <a:ext cx="10515600" cy="1472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28472"/>
            <a:ext cx="10515600" cy="483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062612"/>
            <a:ext cx="27432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64B89-44CE-46E5-B2C4-179B6C45B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062612"/>
            <a:ext cx="41148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062612"/>
            <a:ext cx="27432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01093-0F37-44CF-B985-39DA40CC7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8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A26102-FE0A-F8B4-7631-41418E21E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9" r="43714"/>
          <a:stretch>
            <a:fillRect/>
          </a:stretch>
        </p:blipFill>
        <p:spPr>
          <a:xfrm>
            <a:off x="115503" y="152400"/>
            <a:ext cx="5910338" cy="731520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7CAE96-898A-745B-F64F-7E8484AFB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9" r="43734"/>
          <a:stretch>
            <a:fillRect/>
          </a:stretch>
        </p:blipFill>
        <p:spPr>
          <a:xfrm>
            <a:off x="6166159" y="152400"/>
            <a:ext cx="5910338" cy="731520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D5A1457-6699-623F-7113-38E400D64881}"/>
              </a:ext>
            </a:extLst>
          </p:cNvPr>
          <p:cNvSpPr/>
          <p:nvPr/>
        </p:nvSpPr>
        <p:spPr>
          <a:xfrm>
            <a:off x="5221357" y="2600494"/>
            <a:ext cx="1749287" cy="874644"/>
          </a:xfrm>
          <a:prstGeom prst="rightArrow">
            <a:avLst>
              <a:gd name="adj1" fmla="val 47727"/>
              <a:gd name="adj2" fmla="val 704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Thacker</dc:creator>
  <cp:lastModifiedBy>Mike Thacker</cp:lastModifiedBy>
  <cp:revision>1</cp:revision>
  <dcterms:created xsi:type="dcterms:W3CDTF">2025-12-09T18:44:28Z</dcterms:created>
  <dcterms:modified xsi:type="dcterms:W3CDTF">2025-12-09T18:57:17Z</dcterms:modified>
</cp:coreProperties>
</file>